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8984" y="1792224"/>
            <a:ext cx="990599" cy="304799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fld id="{17642990-108E-447E-8576-06F4A80C398F}" type="datetimeFigureOut">
              <a:rPr lang="en-US" smtClean="0"/>
              <a:t>16-Mar-21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976" y="3227832"/>
            <a:ext cx="3867912" cy="310896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C40A22BC-222D-403B-9FCE-04D9BAB5B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232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9"/>
            <a:ext cx="8825659" cy="706964"/>
          </a:xfrm>
          <a:prstGeom prst="rect">
            <a:avLst/>
          </a:prstGeo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42990-108E-447E-8576-06F4A80C398F}" type="datetimeFigureOut">
              <a:rPr lang="en-US" smtClean="0"/>
              <a:t>16-Mar-21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A22BC-222D-403B-9FCE-04D9BAB5B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289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9192"/>
            <a:ext cx="4343400" cy="2286000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3758184" cy="2286000"/>
          </a:xfrm>
        </p:spPr>
        <p:txBody>
          <a:bodyPr anchor="ctr" anchorCtr="0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42990-108E-447E-8576-06F4A80C398F}" type="datetimeFigureOut">
              <a:rPr lang="en-US" smtClean="0"/>
              <a:t>16-Mar-21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A22BC-222D-403B-9FCE-04D9BAB5B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649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8032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76" y="2603500"/>
            <a:ext cx="4828032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42990-108E-447E-8576-06F4A80C398F}" type="datetimeFigureOut">
              <a:rPr lang="en-US" smtClean="0"/>
              <a:t>16-Mar-21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A22BC-222D-403B-9FCE-04D9BAB5B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46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69264"/>
            <a:ext cx="8825659" cy="704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98448"/>
            <a:ext cx="4828032" cy="284378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76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1" y="3187921"/>
            <a:ext cx="4825160" cy="2854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42990-108E-447E-8576-06F4A80C398F}" type="datetimeFigureOut">
              <a:rPr lang="en-US" smtClean="0"/>
              <a:t>16-Mar-21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A22BC-222D-403B-9FCE-04D9BAB5B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05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2144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42990-108E-447E-8576-06F4A80C398F}" type="datetimeFigureOut">
              <a:rPr lang="en-US" smtClean="0"/>
              <a:t>16-Mar-21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A22BC-222D-403B-9FCE-04D9BAB5B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820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42990-108E-447E-8576-06F4A80C398F}" type="datetimeFigureOut">
              <a:rPr lang="en-US" smtClean="0"/>
              <a:t>16-Mar-21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A22BC-222D-403B-9FCE-04D9BAB5B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32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298448"/>
            <a:ext cx="2793159" cy="1597152"/>
          </a:xfrm>
          <a:prstGeom prst="rect">
            <a:avLst/>
          </a:prstGeo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9008" y="1447800"/>
            <a:ext cx="5195997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3" y="3129280"/>
            <a:ext cx="2793159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42990-108E-447E-8576-06F4A80C398F}" type="datetimeFigureOut">
              <a:rPr lang="en-US" smtClean="0"/>
              <a:t>16-Mar-21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A22BC-222D-403B-9FCE-04D9BAB5B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874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42990-108E-447E-8576-06F4A80C398F}" type="datetimeFigureOut">
              <a:rPr lang="en-US" smtClean="0"/>
              <a:t>16-Mar-21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A22BC-222D-403B-9FCE-04D9BAB5B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394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4969927"/>
            <a:ext cx="8825657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7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42990-108E-447E-8576-06F4A80C398F}" type="datetimeFigureOut">
              <a:rPr lang="en-US" smtClean="0"/>
              <a:t>16-Mar-21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A22BC-222D-403B-9FCE-04D9BAB5B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03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0704"/>
            <a:ext cx="8833104" cy="1371600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2144" y="3547872"/>
            <a:ext cx="8825659" cy="2478024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42990-108E-447E-8576-06F4A80C398F}" type="datetimeFigureOut">
              <a:rPr lang="en-US" smtClean="0"/>
              <a:t>16-Mar-21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A22BC-222D-403B-9FCE-04D9BAB5B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753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2" name="TextBox 11"/>
          <p:cNvSpPr txBox="1"/>
          <p:nvPr/>
        </p:nvSpPr>
        <p:spPr bwMode="gray">
          <a:xfrm>
            <a:off x="898295" y="59676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 bwMode="gray">
          <a:xfrm>
            <a:off x="9715063" y="2629300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698249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 bwMode="gray">
          <a:xfrm>
            <a:off x="1945945" y="3679987"/>
            <a:ext cx="7725772" cy="34217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4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8"/>
            <a:ext cx="8825659" cy="997858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42990-108E-447E-8576-06F4A80C398F}" type="datetimeFigureOut">
              <a:rPr lang="en-US" smtClean="0"/>
              <a:t>16-Mar-21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A22BC-222D-403B-9FCE-04D9BAB5B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322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3525"/>
            <a:ext cx="8865623" cy="1819656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9200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42990-108E-447E-8576-06F4A80C398F}" type="datetimeFigureOut">
              <a:rPr lang="en-US" smtClean="0"/>
              <a:t>16-Mar-21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A22BC-222D-403B-9FCE-04D9BAB5B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5143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312916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79764"/>
            <a:ext cx="3129168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5380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4"/>
            <a:ext cx="3145380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595032"/>
            <a:ext cx="3161029" cy="58473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79764"/>
            <a:ext cx="3161029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991" y="2603500"/>
            <a:ext cx="32564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5824" y="2603500"/>
            <a:ext cx="0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42990-108E-447E-8576-06F4A80C398F}" type="datetimeFigureOut">
              <a:rPr lang="en-US" smtClean="0"/>
              <a:t>16-Mar-21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A22BC-222D-403B-9FCE-04D9BAB5B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689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5"/>
            <a:ext cx="3050438" cy="57626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0916"/>
            <a:ext cx="2691242" cy="158409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7"/>
            <a:ext cx="3050438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8"/>
            <a:ext cx="3050438" cy="91257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3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3" y="5109107"/>
            <a:ext cx="3050438" cy="91794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245" y="2603500"/>
            <a:ext cx="1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7352" y="2603500"/>
            <a:ext cx="0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42990-108E-447E-8576-06F4A80C398F}" type="datetimeFigureOut">
              <a:rPr lang="en-US" smtClean="0"/>
              <a:t>16-Mar-21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A22BC-222D-403B-9FCE-04D9BAB5B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5595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595033"/>
            <a:ext cx="8825659" cy="3424768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42990-108E-447E-8576-06F4A80C398F}" type="datetimeFigureOut">
              <a:rPr lang="en-US" smtClean="0"/>
              <a:t>16-Mar-21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A22BC-222D-403B-9FCE-04D9BAB5B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676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6"/>
            <a:ext cx="1441567" cy="4748591"/>
          </a:xfrm>
          <a:prstGeom prst="rect">
            <a:avLst/>
          </a:prstGeo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5"/>
            <a:ext cx="6256025" cy="47485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42990-108E-447E-8576-06F4A80C398F}" type="datetimeFigureOut">
              <a:rPr lang="en-US" smtClean="0"/>
              <a:t>16-Mar-21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A22BC-222D-403B-9FCE-04D9BAB5B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32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7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30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2760" y="6391656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7642990-108E-447E-8576-06F4A80C398F}" type="datetimeFigureOut">
              <a:rPr lang="en-US" smtClean="0"/>
              <a:t>16-Mar-21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7784" y="6391656"/>
            <a:ext cx="3867912" cy="310896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40A22BC-222D-403B-9FCE-04D9BAB5B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19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E07DB0B-E62B-459B-B664-7B9DF4611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6179" y="1428380"/>
            <a:ext cx="6979641" cy="717898"/>
          </a:xfrm>
        </p:spPr>
        <p:txBody>
          <a:bodyPr>
            <a:normAutofit fontScale="92500"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Emergency Information Dictionary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3D5408-F11D-4FC9-B830-22C8C14102D1}"/>
              </a:ext>
            </a:extLst>
          </p:cNvPr>
          <p:cNvSpPr txBox="1"/>
          <p:nvPr/>
        </p:nvSpPr>
        <p:spPr>
          <a:xfrm>
            <a:off x="1917576" y="3429000"/>
            <a:ext cx="58681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</a:t>
            </a:r>
          </a:p>
          <a:p>
            <a:r>
              <a:rPr lang="en-US" dirty="0"/>
              <a:t>Md. </a:t>
            </a:r>
            <a:r>
              <a:rPr lang="en-US" dirty="0" err="1"/>
              <a:t>Mahirbin</a:t>
            </a:r>
            <a:r>
              <a:rPr lang="en-US" dirty="0"/>
              <a:t> </a:t>
            </a:r>
            <a:r>
              <a:rPr lang="en-US" dirty="0" err="1"/>
              <a:t>Foysal</a:t>
            </a:r>
            <a:endParaRPr lang="en-US" dirty="0"/>
          </a:p>
          <a:p>
            <a:r>
              <a:rPr lang="en-US" dirty="0"/>
              <a:t>Id: 18201034</a:t>
            </a:r>
          </a:p>
          <a:p>
            <a:r>
              <a:rPr lang="en-US" dirty="0" err="1"/>
              <a:t>Moshiur</a:t>
            </a:r>
            <a:r>
              <a:rPr lang="en-US" dirty="0"/>
              <a:t> Rahman </a:t>
            </a:r>
            <a:r>
              <a:rPr lang="en-US" dirty="0" err="1"/>
              <a:t>Tonmoy</a:t>
            </a:r>
            <a:endParaRPr lang="en-US" dirty="0"/>
          </a:p>
          <a:p>
            <a:r>
              <a:rPr lang="en-US" dirty="0"/>
              <a:t>Id:18201027</a:t>
            </a:r>
          </a:p>
          <a:p>
            <a:r>
              <a:rPr lang="en-US" dirty="0"/>
              <a:t>Md. Fahim Rahman</a:t>
            </a:r>
          </a:p>
          <a:p>
            <a:r>
              <a:rPr lang="en-US" dirty="0"/>
              <a:t>18201041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218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3E1688-21CF-4F2F-823C-714668482E0F}"/>
              </a:ext>
            </a:extLst>
          </p:cNvPr>
          <p:cNvSpPr/>
          <p:nvPr/>
        </p:nvSpPr>
        <p:spPr>
          <a:xfrm>
            <a:off x="3950564" y="2982897"/>
            <a:ext cx="4083728" cy="6214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User name/Email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208AC-5F94-42A1-8B74-3448B77A2D48}"/>
              </a:ext>
            </a:extLst>
          </p:cNvPr>
          <p:cNvSpPr/>
          <p:nvPr/>
        </p:nvSpPr>
        <p:spPr>
          <a:xfrm>
            <a:off x="3937247" y="3675355"/>
            <a:ext cx="4110361" cy="6214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Password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DE20D4-3FBB-4EE8-B36F-8C73DC281761}"/>
              </a:ext>
            </a:extLst>
          </p:cNvPr>
          <p:cNvSpPr/>
          <p:nvPr/>
        </p:nvSpPr>
        <p:spPr>
          <a:xfrm>
            <a:off x="5265938" y="4350057"/>
            <a:ext cx="1660124" cy="3373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Log in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997B76D-B0D9-4C9D-BE45-8A4009974C48}"/>
              </a:ext>
            </a:extLst>
          </p:cNvPr>
          <p:cNvSpPr/>
          <p:nvPr/>
        </p:nvSpPr>
        <p:spPr>
          <a:xfrm>
            <a:off x="7031115" y="4350057"/>
            <a:ext cx="1136342" cy="33735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Guest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E6D1B9-AE49-45FE-BE71-E847CFD282FA}"/>
              </a:ext>
            </a:extLst>
          </p:cNvPr>
          <p:cNvSpPr txBox="1"/>
          <p:nvPr/>
        </p:nvSpPr>
        <p:spPr>
          <a:xfrm>
            <a:off x="4577918" y="727970"/>
            <a:ext cx="3036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Welcome to log in Page</a:t>
            </a:r>
          </a:p>
        </p:txBody>
      </p:sp>
    </p:spTree>
    <p:extLst>
      <p:ext uri="{BB962C8B-B14F-4D97-AF65-F5344CB8AC3E}">
        <p14:creationId xmlns:p14="http://schemas.microsoft.com/office/powerpoint/2010/main" val="2781719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DF739-D729-4EDC-99C7-5057DAD35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084" y="711040"/>
            <a:ext cx="8825658" cy="758877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Divisions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C58A9B-1D2E-4FCD-BEE9-228201F06C1B}"/>
              </a:ext>
            </a:extLst>
          </p:cNvPr>
          <p:cNvSpPr/>
          <p:nvPr/>
        </p:nvSpPr>
        <p:spPr>
          <a:xfrm>
            <a:off x="1759256" y="2284011"/>
            <a:ext cx="3204839" cy="497150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Chittagong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D3F6EA-A0F7-4733-8CFE-ECAA73A90B85}"/>
              </a:ext>
            </a:extLst>
          </p:cNvPr>
          <p:cNvSpPr/>
          <p:nvPr/>
        </p:nvSpPr>
        <p:spPr>
          <a:xfrm>
            <a:off x="1759257" y="1628389"/>
            <a:ext cx="3204839" cy="497150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Dhaka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2F53E2B-479F-4D72-A562-F5A0BBB40652}"/>
              </a:ext>
            </a:extLst>
          </p:cNvPr>
          <p:cNvSpPr/>
          <p:nvPr/>
        </p:nvSpPr>
        <p:spPr>
          <a:xfrm>
            <a:off x="1759255" y="2984334"/>
            <a:ext cx="3204839" cy="497150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0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Barishal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4474F7A-CD60-4861-98B8-0A741000DF9C}"/>
              </a:ext>
            </a:extLst>
          </p:cNvPr>
          <p:cNvSpPr/>
          <p:nvPr/>
        </p:nvSpPr>
        <p:spPr>
          <a:xfrm>
            <a:off x="1759254" y="3684657"/>
            <a:ext cx="3204839" cy="497150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Mymensingh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5C1340D-2389-4647-A0FC-055B5324D3CC}"/>
              </a:ext>
            </a:extLst>
          </p:cNvPr>
          <p:cNvSpPr/>
          <p:nvPr/>
        </p:nvSpPr>
        <p:spPr>
          <a:xfrm>
            <a:off x="1759253" y="4384980"/>
            <a:ext cx="3204839" cy="497150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Khulna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D1160D1-F8B9-4A3E-A8EB-2443D2D8192E}"/>
              </a:ext>
            </a:extLst>
          </p:cNvPr>
          <p:cNvSpPr/>
          <p:nvPr/>
        </p:nvSpPr>
        <p:spPr>
          <a:xfrm>
            <a:off x="1759252" y="5705250"/>
            <a:ext cx="3204839" cy="497150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Rajshahi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D6F9E15-9BBD-470F-86CE-BBE5F00AEFEC}"/>
              </a:ext>
            </a:extLst>
          </p:cNvPr>
          <p:cNvSpPr/>
          <p:nvPr/>
        </p:nvSpPr>
        <p:spPr>
          <a:xfrm>
            <a:off x="5234866" y="1611372"/>
            <a:ext cx="3204839" cy="497150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Sylhet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C513D52-4F7C-4CC5-AB0A-0A7A09D923FA}"/>
              </a:ext>
            </a:extLst>
          </p:cNvPr>
          <p:cNvSpPr/>
          <p:nvPr/>
        </p:nvSpPr>
        <p:spPr>
          <a:xfrm>
            <a:off x="1759252" y="5070311"/>
            <a:ext cx="3204839" cy="497150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202124"/>
                </a:solidFill>
                <a:latin typeface="arial" panose="020B0604020202020204" pitchFamily="34" charset="0"/>
              </a:rPr>
              <a:t>Rangpur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98295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41CC18E-E2F3-44C6-B79A-4D138EA5A26F}"/>
              </a:ext>
            </a:extLst>
          </p:cNvPr>
          <p:cNvSpPr txBox="1"/>
          <p:nvPr/>
        </p:nvSpPr>
        <p:spPr>
          <a:xfrm>
            <a:off x="3968319" y="2663300"/>
            <a:ext cx="251238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*City Corporation</a:t>
            </a:r>
          </a:p>
          <a:p>
            <a:r>
              <a:rPr lang="en-US" dirty="0"/>
              <a:t>*zila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300670-122A-46C1-88D7-947D1F513A8D}"/>
              </a:ext>
            </a:extLst>
          </p:cNvPr>
          <p:cNvSpPr txBox="1"/>
          <p:nvPr/>
        </p:nvSpPr>
        <p:spPr>
          <a:xfrm>
            <a:off x="4065973" y="736847"/>
            <a:ext cx="2290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Division Detail</a:t>
            </a:r>
          </a:p>
        </p:txBody>
      </p:sp>
    </p:spTree>
    <p:extLst>
      <p:ext uri="{BB962C8B-B14F-4D97-AF65-F5344CB8AC3E}">
        <p14:creationId xmlns:p14="http://schemas.microsoft.com/office/powerpoint/2010/main" val="3355540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8EE246-D02C-4865-B6D9-6694BA926C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47604" y="613752"/>
            <a:ext cx="4296792" cy="806675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City Corporation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9373AE-DE7E-4A24-851D-E11E80639E43}"/>
              </a:ext>
            </a:extLst>
          </p:cNvPr>
          <p:cNvSpPr txBox="1"/>
          <p:nvPr/>
        </p:nvSpPr>
        <p:spPr>
          <a:xfrm>
            <a:off x="2592279" y="1305017"/>
            <a:ext cx="754602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1.Wasa !</a:t>
            </a:r>
          </a:p>
          <a:p>
            <a:r>
              <a:rPr lang="en-US" dirty="0"/>
              <a:t>2.Electric office</a:t>
            </a:r>
          </a:p>
          <a:p>
            <a:r>
              <a:rPr lang="en-US" dirty="0"/>
              <a:t>3.Gash office!</a:t>
            </a:r>
          </a:p>
          <a:p>
            <a:r>
              <a:rPr lang="en-US" dirty="0"/>
              <a:t>4.Police station</a:t>
            </a:r>
          </a:p>
          <a:p>
            <a:r>
              <a:rPr lang="en-US"/>
              <a:t>5.Bus </a:t>
            </a:r>
            <a:r>
              <a:rPr lang="en-US" dirty="0"/>
              <a:t>Stop</a:t>
            </a:r>
          </a:p>
          <a:p>
            <a:r>
              <a:rPr lang="en-US" dirty="0"/>
              <a:t>6.Railway Station</a:t>
            </a:r>
          </a:p>
          <a:p>
            <a:r>
              <a:rPr lang="en-US" dirty="0"/>
              <a:t>7.Hospital Location</a:t>
            </a:r>
          </a:p>
          <a:p>
            <a:r>
              <a:rPr lang="en-US" dirty="0"/>
              <a:t>8.Airport!</a:t>
            </a:r>
          </a:p>
          <a:p>
            <a:r>
              <a:rPr lang="en-US" dirty="0"/>
              <a:t>9.Blood Bank</a:t>
            </a:r>
          </a:p>
          <a:p>
            <a:r>
              <a:rPr lang="en-US" dirty="0"/>
              <a:t>10.Shopping mall</a:t>
            </a:r>
          </a:p>
          <a:p>
            <a:r>
              <a:rPr lang="en-US" dirty="0"/>
              <a:t>11.Resturant</a:t>
            </a:r>
          </a:p>
          <a:p>
            <a:r>
              <a:rPr lang="en-US" dirty="0"/>
              <a:t>12.Hotel</a:t>
            </a:r>
          </a:p>
          <a:p>
            <a:r>
              <a:rPr lang="en-US" dirty="0"/>
              <a:t>13.Election Commission</a:t>
            </a:r>
          </a:p>
          <a:p>
            <a:r>
              <a:rPr lang="en-US" dirty="0"/>
              <a:t>13.Pasport Office</a:t>
            </a:r>
          </a:p>
          <a:p>
            <a:r>
              <a:rPr lang="en-US" dirty="0"/>
              <a:t>14.Brta Office</a:t>
            </a:r>
          </a:p>
          <a:p>
            <a:r>
              <a:rPr lang="en-US" dirty="0"/>
              <a:t>15.Land Office</a:t>
            </a:r>
          </a:p>
          <a:p>
            <a:r>
              <a:rPr lang="en-US" dirty="0"/>
              <a:t>16.All Government Office/ LGED </a:t>
            </a:r>
            <a:r>
              <a:rPr lang="en-US" dirty="0" err="1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514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6E8774B-397E-4642-89CF-E610CE068C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96431" y="853451"/>
            <a:ext cx="4199138" cy="86142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Zila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01465C-D9B5-4010-9A15-E226EEB2ACCD}"/>
              </a:ext>
            </a:extLst>
          </p:cNvPr>
          <p:cNvSpPr txBox="1"/>
          <p:nvPr/>
        </p:nvSpPr>
        <p:spPr>
          <a:xfrm>
            <a:off x="2769834" y="2426566"/>
            <a:ext cx="3326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*All </a:t>
            </a:r>
            <a:r>
              <a:rPr lang="en-US" dirty="0" err="1"/>
              <a:t>Upazila</a:t>
            </a:r>
            <a:r>
              <a:rPr lang="en-US" dirty="0"/>
              <a:t>(4-7)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037BCF-B56D-4753-A969-49A92FF1BB7E}"/>
              </a:ext>
            </a:extLst>
          </p:cNvPr>
          <p:cNvSpPr txBox="1"/>
          <p:nvPr/>
        </p:nvSpPr>
        <p:spPr>
          <a:xfrm>
            <a:off x="2485748" y="3222594"/>
            <a:ext cx="63830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1.Hatibandha</a:t>
            </a:r>
          </a:p>
          <a:p>
            <a:r>
              <a:rPr lang="en-US" dirty="0"/>
              <a:t>2.Lalmonirhat</a:t>
            </a:r>
          </a:p>
          <a:p>
            <a:r>
              <a:rPr lang="en-US" dirty="0"/>
              <a:t>3.Patgram</a:t>
            </a:r>
          </a:p>
          <a:p>
            <a:r>
              <a:rPr lang="en-US" dirty="0"/>
              <a:t>4.Nilfamari</a:t>
            </a:r>
          </a:p>
          <a:p>
            <a:r>
              <a:rPr lang="en-US" dirty="0"/>
              <a:t>5.Kaligonje</a:t>
            </a:r>
          </a:p>
        </p:txBody>
      </p:sp>
    </p:spTree>
    <p:extLst>
      <p:ext uri="{BB962C8B-B14F-4D97-AF65-F5344CB8AC3E}">
        <p14:creationId xmlns:p14="http://schemas.microsoft.com/office/powerpoint/2010/main" val="3922015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739A434-1E29-4D4A-AA67-9D1081ECCE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9529" y="755795"/>
            <a:ext cx="6700309" cy="861420"/>
          </a:xfrm>
        </p:spPr>
        <p:txBody>
          <a:bodyPr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Hatibandha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EBA499-3A8D-4D2C-8606-CA36FC4FF4B9}"/>
              </a:ext>
            </a:extLst>
          </p:cNvPr>
          <p:cNvSpPr txBox="1"/>
          <p:nvPr/>
        </p:nvSpPr>
        <p:spPr>
          <a:xfrm>
            <a:off x="2941155" y="1186505"/>
            <a:ext cx="630969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1.Wasa !</a:t>
            </a:r>
          </a:p>
          <a:p>
            <a:r>
              <a:rPr lang="en-US" dirty="0"/>
              <a:t>2.Electric office</a:t>
            </a:r>
          </a:p>
          <a:p>
            <a:r>
              <a:rPr lang="en-US" dirty="0"/>
              <a:t>3.Gash office!</a:t>
            </a:r>
          </a:p>
          <a:p>
            <a:r>
              <a:rPr lang="en-US" dirty="0"/>
              <a:t>4.Police station</a:t>
            </a:r>
          </a:p>
          <a:p>
            <a:r>
              <a:rPr lang="en-US" dirty="0"/>
              <a:t>5.Bus Stop</a:t>
            </a:r>
          </a:p>
          <a:p>
            <a:r>
              <a:rPr lang="en-US" dirty="0"/>
              <a:t>6.Railway Station</a:t>
            </a:r>
          </a:p>
          <a:p>
            <a:r>
              <a:rPr lang="en-US" dirty="0"/>
              <a:t>7.Hospital Location</a:t>
            </a:r>
          </a:p>
          <a:p>
            <a:r>
              <a:rPr lang="en-US" dirty="0"/>
              <a:t>8.Airport!</a:t>
            </a:r>
          </a:p>
          <a:p>
            <a:r>
              <a:rPr lang="en-US" dirty="0"/>
              <a:t>9.Blood Bank!</a:t>
            </a:r>
          </a:p>
          <a:p>
            <a:r>
              <a:rPr lang="en-US" dirty="0"/>
              <a:t>10.Shopping mall!</a:t>
            </a:r>
          </a:p>
          <a:p>
            <a:r>
              <a:rPr lang="en-US" dirty="0"/>
              <a:t>11.Resturant</a:t>
            </a:r>
          </a:p>
          <a:p>
            <a:r>
              <a:rPr lang="en-US" dirty="0"/>
              <a:t>12.Hotel</a:t>
            </a:r>
          </a:p>
          <a:p>
            <a:r>
              <a:rPr lang="en-US" dirty="0"/>
              <a:t>13.Election Commission</a:t>
            </a:r>
          </a:p>
          <a:p>
            <a:r>
              <a:rPr lang="en-US" dirty="0"/>
              <a:t>13.Pasport Office!</a:t>
            </a:r>
          </a:p>
          <a:p>
            <a:r>
              <a:rPr lang="en-US" dirty="0"/>
              <a:t>14.Brta Office!</a:t>
            </a:r>
          </a:p>
          <a:p>
            <a:r>
              <a:rPr lang="en-US" dirty="0"/>
              <a:t>15.Land Office</a:t>
            </a:r>
          </a:p>
          <a:p>
            <a:r>
              <a:rPr lang="en-US" dirty="0"/>
              <a:t>16.All Government Office/ LGED </a:t>
            </a:r>
            <a:r>
              <a:rPr lang="en-US" dirty="0" err="1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122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08F2A95-7B85-40F6-869F-FF9355364F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2694" y="640386"/>
            <a:ext cx="6154337" cy="717898"/>
          </a:xfrm>
        </p:spPr>
        <p:txBody>
          <a:bodyPr/>
          <a:lstStyle/>
          <a:p>
            <a:pPr algn="ctr"/>
            <a:r>
              <a:rPr 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Municipality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1753D7-951C-4521-BD31-9DCE3969DFD5}"/>
              </a:ext>
            </a:extLst>
          </p:cNvPr>
          <p:cNvSpPr txBox="1"/>
          <p:nvPr/>
        </p:nvSpPr>
        <p:spPr>
          <a:xfrm>
            <a:off x="2063428" y="1274543"/>
            <a:ext cx="47635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1.Wasa !</a:t>
            </a:r>
          </a:p>
          <a:p>
            <a:r>
              <a:rPr lang="en-US" dirty="0"/>
              <a:t>2.Electric office</a:t>
            </a:r>
          </a:p>
          <a:p>
            <a:r>
              <a:rPr lang="en-US" dirty="0"/>
              <a:t>3.Gash office!</a:t>
            </a:r>
          </a:p>
          <a:p>
            <a:r>
              <a:rPr lang="en-US" dirty="0"/>
              <a:t>4.Police station</a:t>
            </a:r>
          </a:p>
          <a:p>
            <a:r>
              <a:rPr lang="en-US" dirty="0"/>
              <a:t>5.Bus Stop</a:t>
            </a:r>
          </a:p>
          <a:p>
            <a:r>
              <a:rPr lang="en-US" dirty="0"/>
              <a:t>6.Railway Station</a:t>
            </a:r>
          </a:p>
          <a:p>
            <a:r>
              <a:rPr lang="en-US" dirty="0"/>
              <a:t>7.Hospital Location</a:t>
            </a:r>
          </a:p>
          <a:p>
            <a:r>
              <a:rPr lang="en-US" dirty="0"/>
              <a:t>8.Airport!</a:t>
            </a:r>
          </a:p>
          <a:p>
            <a:r>
              <a:rPr lang="en-US" dirty="0"/>
              <a:t>9.Blood Bank!</a:t>
            </a:r>
          </a:p>
          <a:p>
            <a:r>
              <a:rPr lang="en-US" dirty="0"/>
              <a:t>10.Shopping mall!</a:t>
            </a:r>
          </a:p>
          <a:p>
            <a:r>
              <a:rPr lang="en-US" dirty="0"/>
              <a:t>11.Resturant</a:t>
            </a:r>
          </a:p>
          <a:p>
            <a:r>
              <a:rPr lang="en-US" dirty="0"/>
              <a:t>12.Hotel</a:t>
            </a:r>
          </a:p>
          <a:p>
            <a:r>
              <a:rPr lang="en-US" dirty="0"/>
              <a:t>13.Election Commission</a:t>
            </a:r>
          </a:p>
          <a:p>
            <a:r>
              <a:rPr lang="en-US" dirty="0"/>
              <a:t>13.Pasport Office!</a:t>
            </a:r>
          </a:p>
          <a:p>
            <a:r>
              <a:rPr lang="en-US" dirty="0"/>
              <a:t>14.Brta Office!</a:t>
            </a:r>
          </a:p>
          <a:p>
            <a:r>
              <a:rPr lang="en-US" dirty="0"/>
              <a:t>15.Land Office</a:t>
            </a:r>
          </a:p>
          <a:p>
            <a:r>
              <a:rPr lang="en-US" dirty="0"/>
              <a:t>16.All Government Office/ LGED etc.</a:t>
            </a:r>
          </a:p>
        </p:txBody>
      </p:sp>
    </p:spTree>
    <p:extLst>
      <p:ext uri="{BB962C8B-B14F-4D97-AF65-F5344CB8AC3E}">
        <p14:creationId xmlns:p14="http://schemas.microsoft.com/office/powerpoint/2010/main" val="445085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2AED61D-A117-4F59-9ECC-B6A8108B6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171" y="524976"/>
            <a:ext cx="8825658" cy="86142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Union Parishad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56C0CB-E08A-48A4-A027-91ABBE0F1091}"/>
              </a:ext>
            </a:extLst>
          </p:cNvPr>
          <p:cNvSpPr txBox="1"/>
          <p:nvPr/>
        </p:nvSpPr>
        <p:spPr>
          <a:xfrm>
            <a:off x="2778711" y="1624614"/>
            <a:ext cx="4527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##All Union Parishad Name(10-15)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73519E-1EFC-458C-A350-F72FFF474A6A}"/>
              </a:ext>
            </a:extLst>
          </p:cNvPr>
          <p:cNvSpPr txBox="1"/>
          <p:nvPr/>
        </p:nvSpPr>
        <p:spPr>
          <a:xfrm>
            <a:off x="1997476" y="2574524"/>
            <a:ext cx="74749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1.Bhelaguri</a:t>
            </a:r>
          </a:p>
          <a:p>
            <a:r>
              <a:rPr lang="en-US" dirty="0"/>
              <a:t>2.Gotamari</a:t>
            </a:r>
          </a:p>
          <a:p>
            <a:r>
              <a:rPr lang="en-US" dirty="0"/>
              <a:t>3.Nowdabash</a:t>
            </a:r>
          </a:p>
          <a:p>
            <a:r>
              <a:rPr lang="en-US" dirty="0"/>
              <a:t>4.Shingimari</a:t>
            </a:r>
          </a:p>
          <a:p>
            <a:r>
              <a:rPr lang="en-US" dirty="0"/>
              <a:t>5.Goddimari</a:t>
            </a:r>
          </a:p>
          <a:p>
            <a:r>
              <a:rPr lang="en-US" dirty="0"/>
              <a:t>6.Borokhata</a:t>
            </a:r>
          </a:p>
        </p:txBody>
      </p:sp>
    </p:spTree>
    <p:extLst>
      <p:ext uri="{BB962C8B-B14F-4D97-AF65-F5344CB8AC3E}">
        <p14:creationId xmlns:p14="http://schemas.microsoft.com/office/powerpoint/2010/main" val="3505327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63AF321-85B3-498B-B895-5B4C58FDDB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171" y="782429"/>
            <a:ext cx="8825658" cy="861420"/>
          </a:xfrm>
        </p:spPr>
        <p:txBody>
          <a:bodyPr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Bhelaguri</a:t>
            </a:r>
            <a:r>
              <a:rPr lang="en-US" dirty="0">
                <a:solidFill>
                  <a:schemeClr val="tx1"/>
                </a:solidFill>
              </a:rPr>
              <a:t> Union Parishad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A4C9EE-D257-497B-AE2C-50ACC29242F0}"/>
              </a:ext>
            </a:extLst>
          </p:cNvPr>
          <p:cNvSpPr txBox="1"/>
          <p:nvPr/>
        </p:nvSpPr>
        <p:spPr>
          <a:xfrm>
            <a:off x="2814222" y="2032987"/>
            <a:ext cx="43145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1.Union Parishad Office</a:t>
            </a:r>
          </a:p>
          <a:p>
            <a:r>
              <a:rPr lang="en-US" dirty="0"/>
              <a:t>2.Land Office</a:t>
            </a:r>
          </a:p>
          <a:p>
            <a:r>
              <a:rPr lang="en-US" dirty="0"/>
              <a:t>3.Government Health Clinic</a:t>
            </a:r>
          </a:p>
        </p:txBody>
      </p:sp>
    </p:spTree>
    <p:extLst>
      <p:ext uri="{BB962C8B-B14F-4D97-AF65-F5344CB8AC3E}">
        <p14:creationId xmlns:p14="http://schemas.microsoft.com/office/powerpoint/2010/main" val="3111934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EB883-59DE-49F8-A84A-2C93DA99A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487" y="2017449"/>
            <a:ext cx="8825658" cy="1348381"/>
          </a:xfrm>
        </p:spPr>
        <p:txBody>
          <a:bodyPr/>
          <a:lstStyle/>
          <a:p>
            <a:pPr algn="ctr"/>
            <a:r>
              <a:rPr lang="en-US" dirty="0"/>
              <a:t>Thanks </a:t>
            </a:r>
          </a:p>
        </p:txBody>
      </p:sp>
    </p:spTree>
    <p:extLst>
      <p:ext uri="{BB962C8B-B14F-4D97-AF65-F5344CB8AC3E}">
        <p14:creationId xmlns:p14="http://schemas.microsoft.com/office/powerpoint/2010/main" val="35712783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51</TotalTime>
  <Words>347</Words>
  <Application>Microsoft Office PowerPoint</Application>
  <PresentationFormat>Widescreen</PresentationFormat>
  <Paragraphs>104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</vt:lpstr>
      <vt:lpstr>Century Gothic</vt:lpstr>
      <vt:lpstr>Wingdings 3</vt:lpstr>
      <vt:lpstr>Ion Boardroom</vt:lpstr>
      <vt:lpstr>PowerPoint Presentation</vt:lpstr>
      <vt:lpstr>PowerPoint Presentation</vt:lpstr>
      <vt:lpstr>Divisions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Mashiur Rahman</cp:lastModifiedBy>
  <cp:revision>9</cp:revision>
  <dcterms:created xsi:type="dcterms:W3CDTF">2021-03-01T15:16:20Z</dcterms:created>
  <dcterms:modified xsi:type="dcterms:W3CDTF">2021-03-16T10:39:04Z</dcterms:modified>
</cp:coreProperties>
</file>